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casino_s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casino_s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casino_s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casino_s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casino_s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casino_s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casino_s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casino_s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98" y="0"/>
            <a:ext cx="816580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50" y="0"/>
            <a:ext cx="3086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0" y="0"/>
            <a:ext cx="30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50" y="0"/>
            <a:ext cx="3086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50" y="0"/>
            <a:ext cx="3086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